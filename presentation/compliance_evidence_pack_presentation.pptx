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(manual-style)</c:v>
                  </c:pt>
                  <c:pt idx="1">
                    <c:v>Automated (default)</c:v>
                  </c:pt>
                  <c:pt idx="2">
                    <c:v>Automated (tuned)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(manual-style)</c:v>
                  </c:pt>
                  <c:pt idx="1">
                    <c:v>Automated (default)</c:v>
                  </c:pt>
                  <c:pt idx="2">
                    <c:v>Automated (tuned)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B2B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(manual-style)</c:v>
                  </c:pt>
                  <c:pt idx="1">
                    <c:v>Automated (default)</c:v>
                  </c:pt>
                  <c:pt idx="2">
                    <c:v>Automated (tuned)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79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B1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COLLECTION COMPLIANCE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Field-Ready Automated Compliance Evidence Pack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sensor, calibration, custody, route and batch records into one audit-ready pack — even when GPS, network, or sensor data is incomplete.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•  Data Generation + Evidence Engine + Experiments + Failure-Mode Testing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disconnected evidence delays real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822960"/>
          </a:xfrm>
          <a:prstGeom prst="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0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 quarantine a batch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00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breach found too late, after further 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457200" cy="822960"/>
          </a:xfrm>
          <a:prstGeom prst="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3288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a load at the gate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532888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 check the logger's calibration 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457200" cy="822960"/>
          </a:xfrm>
          <a:prstGeom prst="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6557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or dispute a producer amount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465576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chain can't be reconstructed quickly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457200" cy="822960"/>
          </a:xfrm>
          <a:prstGeom prst="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98264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98264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a regulator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4398264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~20–25 min of manual log-pulling per batch, inconsistent across auditors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457200" cy="822960"/>
          </a:xfrm>
          <a:prstGeom prst="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30952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33095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device maintenance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330952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calibration caught only retroactively, if at all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five disconnected logs to one evidence pack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E7A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6080" y="17373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logger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 + GPS)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12080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7373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0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E7A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0" y="17373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gate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84080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84080" y="17373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to its OWN disconnected log (SD card, telematics portal, paper binder, spreadsheet).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Pack Engine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5204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all 5 sources per batch  •  denoises + interpolates gaps  •  falls back to route-log GPS  •  flags unrecoverable gaps  •  applies tunable thresholds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review)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8920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4340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evidence_packs.json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 of record)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48920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(spreadsheet)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open ONLY the flagged batches — not all of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usable when data is missing, noisy, or late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3716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strategy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tag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124712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sensor gap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69164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between real neighbours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46920" y="176479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46920" y="1764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048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with no neighbour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40487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 an explicit, unfillable gap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46920" y="24780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222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46920" y="24780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24712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1810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spike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118104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rolling-window despiking (not global)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46920" y="319125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46920" y="31912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313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GPS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831336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driver-logged stop coordinates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46920" y="390448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46920" y="3904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98848"/>
            <a:ext cx="1124712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445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4544568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Store-and-forward: order by true event time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46920" y="46177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639B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46920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257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custody link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2578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manual paper fallback form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646920" y="533095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46920" y="5330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EXPERIMENT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detection beats manual-style baseline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excursion detection — 30 synthetic batches vs. ground truth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1901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4871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manual-effort reduction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0" y="320040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2735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 hrs → 1.9 hrs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858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assembly time, 30-batch day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457200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46720" y="46451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false negatives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5230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true excursions, after tuning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edge cases, verified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GPS loss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114800" y="193852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0" y="1938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45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with route-event stop coordinates, tagged ESTIMATED.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1635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114800" y="310896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0" y="31089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81635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readings recovered late via store-and-forward; 1 lost reading disclosed, not hidden.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986784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sensor failure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114800" y="4279392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986784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gap correctly reported as unrecoverable, not silently patched.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57216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worst case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114800" y="5449824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222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0" y="54498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(correctly)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5157216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30-min excursion detected despite noise, gaps, and delayed sync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compliance, QA, and ops roles said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258568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1488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“Tells me which batches to look at” — Compliance officer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310128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2004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tags trusted by gate inspector to treat ESTIMATED PASS more cautiously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361688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2519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vs. delayed sync distinction matches a real, unmet pain 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B88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changes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2258568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1488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thresholds flagged 29/30 stress-test batches — too conservative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310128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32004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Custody-gap wording needs to name the actual fallback process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361688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42519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per-driver / per-route rollups, and a threshold-change audit trail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all three roles agreed the evidence pack reduces assembly time; the main actionable finding was threshold calibration — exactly what the tuning experiment is built to do.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in this prototype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325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Field-workflow map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84248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928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generator (5 sources + ground truth)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51176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4597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evidence-pack application (CLI + HTML dashboard)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18104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0266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experiment with baseline / tuned comparison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85032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5935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verified failure-mode / fallback cases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2519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validation summary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818888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74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data, and reports are included in the accompanying project archive.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2026-09-12T15:12:08Z</dcterms:created>
  <dcterms:modified xsi:type="dcterms:W3CDTF">2026-09-12T15:12:08Z</dcterms:modified>
</cp:coreProperties>
</file>